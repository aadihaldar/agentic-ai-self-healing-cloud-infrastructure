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914400"/>
            <a:ext cx="4389120" cy="365760"/>
          </a:xfrm>
          <a:prstGeom prst="roundRect">
            <a:avLst/>
          </a:prstGeom>
          <a:solidFill>
            <a:srgbClr val="EDE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33832"/>
                </a:solidFill>
              </a:defRPr>
            </a:pPr>
            <a:r>
              <a:t>CLOUD COMPUTING &amp; DISTRIBUTED SYSTEMS •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Agentic AI-Driven Self-Healing Cloud Infrastructure</a:t>
            </a:r>
          </a:p>
          <a:p>
            <a:pPr>
              <a:spcBef>
                <a:spcPts val="800"/>
              </a:spcBef>
              <a:defRPr sz="1600">
                <a:solidFill>
                  <a:srgbClr val="D97706"/>
                </a:solidFill>
              </a:defRPr>
            </a:pPr>
            <a:r>
              <a:t>with Explainable Anomaly Detection, Digital Twin Simulation &amp; Autonomous Shift-Left PR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840480"/>
            <a:ext cx="10698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Project Scope &amp; Architecture Overview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An end-to-end intelligent platform that unifies proactive code quality control before deployment with autonomous, closed-loop Kubernetes self-healing during live cloud operations.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Foundational Theory: Grounded in the SF-DTM model (Saxena &amp; Singh, IEEE TII 2025)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Dual-Engine Decision System: Sub-millisecond RL reflex (0.001s) paired with Gemini 2.0 Flash ReAct reasoning (2.4s)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Safety &amp; Explainability: KernelSHAP root-cause attribution + SimPy 0.01s pre-execution simulation dry-run gate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Production Cloud Deployment: Microsoft Azure (Container Apps, PostgreSQL, Key Vault, Container Registry)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Calibri"/>
              </a:defRPr>
            </a:pPr>
            <a:r>
              <a:t>Abstract: Proactive &amp; Autonomous Cloud Reliability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Project Abstract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Modern distributed cloud systems suffer from two major sources of downtime: faulty code slipping through manual reviews (Shift-Left) and slow, opaque recovery tools when live servers experience traffic spikes or crashes (Runtime Operations).</a:t>
            </a:r>
            <a:br/>
            <a:br/>
            <a:r>
              <a:t>This project presents an Agentic AI-Driven Self-Healing Framework that bridges the gap between software development and live infrastructure management through a single, continuous closed loop: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Proactive Shift-Left Quality: Automatically inspects Pull Requests using static AST linters, security scanners, test-coverage auditors, and Gemini LLM reasoning to catch defects before code is merged.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Real-Time Digital Twin Monitoring: Continuously mirrors live microservice states and dependency call chains in an in-memory graph model (TDTdb).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Explainable Anomaly Detection: Replaces black-box thresholding with Isolation Forest and KernelSHAP to show operators exactly which metrics (CPU, RAM, latency, request rate) triggered an alert.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Dual-Agent Consensus Decision Engine: Evaluates incident remediation by running a fast SimiFed reinforcement learning reflex alongside deep Gemini ReAct chain-of-thought analysis.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Pre-Execution Safety Simulation: Validates proposed healing actions (scale up, restart, patch limits) inside a 0.01-second SimPy discrete-event queue before touching live cloud servers.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Enterprise Cloud Delivery: Deployed natively on Microsoft Azure with automated GitOps PR creation and a real-time operator control console.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Calibri"/>
              </a:defRPr>
            </a:pPr>
            <a:r>
              <a:t>Problem Statement: Why Modern Cloud Systems Fail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The Core Problem: Reactive Tools &amp; Unchecked Code Cause Costly Downtime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Cloud applications break easily when buggy code gets merged without thorough checks, and live monitoring tools react too slowly without explaining what went wrong.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Slow &amp; Incomplete Code Reviews: Manual PR reviews take hours to days, and humans easily overlook hidden security flaws (hardcoded credentials, injection bugs) and missing unit tests.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Delayed Outage Reaction: Standard cloud auto-scalers (like Kubernetes HPA) wait 3 to 5 minutes of continuous high CPU before reacting, causing service outages for users during sudden traffic surges.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Black-Box Alert Confusion: Traditional monitoring alarms tell engineers that an error occurred, but never explain *why* it happened, forcing on-call engineers to guess root causes under high stress.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Risky Blind Fixes: Automated recovery tools apply actions directly to live servers without testing them first, often causing destructive restart loops and cascading microservice failures.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Disconnected Tools: Developers and operations teams use separate, disconnected tools, meaning errors caught in production are not fed back into the code review cycle to prevent repeat mistakes.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Calibri"/>
              </a:defRPr>
            </a:pPr>
            <a:r>
              <a:t>Theoretical Foundation &amp; Literature Survey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Base Paper: SF-DTM (Saxena &amp; Singh, IEEE TII 2025)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D. Saxena and A. K. Singh, 'A Self-Healing and Fault-Tolerant Cloud-based Digital Twin Processing Management Model,' in IEEE Transactions on Industrial Informatics, 2025.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SimiFed Resource Estimation: Uses Cosine Similarity vector matching on past incidents to estimate needed compute without exposing raw client telemetry.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Digital Twin State Synchronizer: Continuously tracks task execution sequences and resource allocations in a temporal database (TDTdb).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Frequent Sequence Patterns (FSP): Mines supportive vs non-supportive task sequences to separate conflicting microservices.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Formal Availability Metrics: Proves mathematical bounds for Mean Time Between Failures (MTBF) and Mean Time To Repair (MTTR).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Key Insights Adopted from Related Literature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Core engineering principles integrated from top IEEE &amp; ACM publications: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Two-Tier Cloud-Edge Collaboration (Zhang et al., IEEE IoTJ 2024): Splitting intelligence into fast local reflexes (0.001s) and deep centralized cloud reasoning.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Multi-Expert Consensus Arbitration (JAISE 2026): Combining multiple distinct decision algorithms to prevent single-point-of-failure errors.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Shift-Left Security &amp; Admission Control (FGCS 2026): Enforcing security scanning, secret detection, and AST validation directly at the pull request stage.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Idempotent Operations &amp; Async Safety (IJPEDS 2026): Using deduplicated, non-blocking queues to prevent conflicting self-healing actions from flapping.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SCIENTIFIC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Calibri"/>
              </a:defRPr>
            </a:pPr>
            <a:r>
              <a:t>Novel System Architecture &amp; Key Innovations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Our 5 Novel Architectural Advancements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We extended baseline literature into a complete, enterprise-grade self-healing platform with 5 major technological innovations: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1. Explainable AI with KernelSHAP: Replaced black-box thresholding with exact Shapley feature attributions, showing operators exactly which metrics (CPU, RAM, latency, request rate) caused the anomaly.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2. SimPy 0.01s Pre-Execution Simulation Gate: Added an active discrete-event M/M/c queuing simulator that tests and verifies healing actions *before* touching live cloud servers to guarantee zero downtime.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3. Dual Parallel Decision Engine: Engineered a dual-stream architecture pairing an instantaneous SimiFed RL reflex (0.001s) with a Gemini 2.0 Flash ReAct reasoning model (2.4s) via consensus arbitration.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4. Shift-Left Proactive PR Intelligence: Extended self-healing backwards to developer pull requests, automatically detecting security flaws, missing test cases, and opening self-healing GitOps PRs.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5. Production Cloud Deployment: Built fully automated Infrastructure as Code (IaC) on Microsoft Azure with live single-pane-of-glass operator monitoring.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Calibri"/>
              </a:defRPr>
            </a:pPr>
            <a:r>
              <a:t>End-to-End System Architecture (IEEE Block Diagram)</a:t>
            </a:r>
          </a:p>
        </p:txBody>
      </p:sp>
      <p:pic>
        <p:nvPicPr>
          <p:cNvPr id="4" name="Picture 3" descr="ieee_architecture_diagram_1786944193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6984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SYSTEM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Calibri"/>
              </a:defRPr>
            </a:pPr>
            <a:r>
              <a:t>Methodology: Proactive Code Quality &amp; Security Gates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How the Agent Protects Code Before Deployment (Simple Step-by-Step)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When a developer opens or updates a Pull Request on GitHub, the autonomous pipeline immediately runs the following 5-step process: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Step 1 — Fast Static Scanning: Concurrently runs Ruff (Python linter), Bandit (security vulnerabilities like shell=True or SQL injections), Detect-Secrets (prevents API token leaks), and Pip-Audit (checks dependencies for known CVEs).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Step 2 — AI Contextual Code Review: Injects code diffs and scanner findings into Gemini 2.0 Flash. The model reasons through logic errors, evaluates edge cases, and posts line-by-line GitHub suggestion blocks.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Step 3 — Abstract Syntax Tree (AST) Test Gap Audit: Parses Python code trees to detect when critical public functions are modified without matching unit tests, preventing silent regression bugs.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Step 4 — Quality Gate Enforcement: Updates the GitHub Check Run status (review-agent/quality-gate). If critical security vulnerabilities or severe flaws are detected, merging is automatically blocked.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Step 5 — Autonomous Auto-Fix PRs: For recognized critical issues, the system can automatically create a fix branch (autoreview/fix-*), commit verified patches, and open a ready-to-merge Pull Request.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SYSTEM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Calibri"/>
              </a:defRPr>
            </a:pPr>
            <a:r>
              <a:t>Methodology: Closed-Loop Runtime Self-Healing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How the System Heals Live Cloud Infrastructure (Simple Step-by-Step)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During live cloud operations on Microsoft Azure, the autonomous control plane monitors and repairs services through the following 5-step process: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Step 1 — Digital Twin Telemetry Sync: Continuously pulls CPU, RAM, response latency, and request rates from Kubernetes pods and updates a live in-memory dependency graph (frontend -&gt; checkout -&gt; cart -&gt; redis).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Step 2 — Anomaly Detection: Machine learning models (Isolation Forest &amp; XGBoost) inspect incoming telemetry vectors to catch performance degradation before full service crashes occur.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Step 3 — Explainable Root Cause (KernelSHAP): Computes Shapley feature attribution scores to tell human operators exactly why the anomaly happened (e.g. CPU spike +0.82 vs memory leak +0.41).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Step 4 — Dual-Agent Decision &amp; Consensus: SimiFed RL (0.001s reflex) and Gemini ReAct LLM (2.4s reasoning) simultaneously decide the best action (SCALE_UP, RESTART_POD, PATCH_LIMITS) and reach consensus.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 Step 5 — SimPy Dry-Run Safety Gate &amp; Actuation: Runs a 0.01-second queuing simulation to verify that the fix drops CPU load below threshold without breaking downstream services. Once verified, it executes the remediation on Azure.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OPERATIONAL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Calibri"/>
              </a:defRPr>
            </a:pPr>
            <a:r>
              <a:t>5-Step Closed-Loop Operational Lifecycle</a:t>
            </a:r>
          </a:p>
        </p:txBody>
      </p:sp>
      <p:pic>
        <p:nvPicPr>
          <p:cNvPr id="4" name="Picture 3" descr="closed_loop_lifecycle_diagram_17869442172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69848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